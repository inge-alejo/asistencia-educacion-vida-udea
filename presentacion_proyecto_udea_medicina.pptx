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ANTIOQUIA • FACULTAD DE MEDICINA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Integral de Asistencia, Escarapela Digital y Gestión Académica en Tiempo Real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a lo Largo de la Vida • Plataforma Cloud Multi-Dispositivo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4389120"/>
            <a:ext cx="10058400" cy="1097280"/>
          </a:xfrm>
          <a:prstGeom prst="roundRect">
            <a:avLst>
              <a:gd name="adj" fmla="val 8333"/>
            </a:avLst>
          </a:prstGeom>
          <a:solidFill>
            <a:srgbClr val="0A4A2C"/>
          </a:solidFill>
          <a:ln w="19050">
            <a:solidFill>
              <a:srgbClr val="1A6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7200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Arquitectura del Software &amp; Modelo de Bases de Datos
</a:t>
            </a:r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Tecnologías: React 19 • Cloud Firestore • Web Crypto HMAC • Offline-First PWA • Geolocalización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59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VISIÓN GENERAL Y OBJETIVOS DEL PROYECTO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822960"/>
          </a:xfrm>
          <a:prstGeom prst="roundRect">
            <a:avLst>
              <a:gd name="adj" fmla="val 16667"/>
            </a:avLst>
          </a:prstGeom>
          <a:solidFill>
            <a:srgbClr val="0F5938"/>
          </a:solidFill>
          <a:ln w="12700">
            <a:solidFill>
              <a:srgbClr val="0F59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Filas y Cero Papel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Sustitución de planillas impresas por un flujo 100% digital autónomo accesible desde cualquier smartphone mediante escaneo de Código QR institucional.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371600"/>
            <a:ext cx="3383280" cy="822960"/>
          </a:xfrm>
          <a:prstGeom prst="roundRect">
            <a:avLst>
              <a:gd name="adj" fmla="val 16667"/>
            </a:avLst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Acreditación y Trazabilidad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Certificación de presencia física con geolocalización satelital y emisión instantánea de la Escarapela Digital Oficial protegida con firma criptográfica.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371600"/>
            <a:ext cx="3383280" cy="82296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 y Datos en Vivo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 bidireccional en el auditorio: preguntas en vivo a ponentes, calificaciones académicas por conferencia y métricas consolidadas en tiempo real.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59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ARQUITECTURA TÉCNICA DEL SOFTWARE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F59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182880" cy="137160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Cliente (SPA React 19 + Vite)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Interfaz reactiva adaptativa (Mobile First para asistentes, Desktop para Admin y Proyección).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Motor de estilos CSS Vanilla optimizado con tokens y temas institucionales UdeA.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Splitting modular (Vendor Chunks) con tiempo de arranque inferior a 650 ms.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Sanitización estricta con DOMPurify en todos los inputs para erradicar ataques XSS.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F59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34640"/>
            <a:ext cx="182880" cy="137160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Datos y Nube (Cloud Firestore)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2461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 de datos NoSQL distribuida multi-región con sincronización WebSocket (onSnapshot).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Arquitectura Offline-First con caché persistente en IndexedDB ante caídas de red.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Sincronización multi-dispositivo garantizada en milisegundos para auditorio y administración.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Reglas de seguridad declarativas (Security Rules) que resguardan el Habeas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38912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F59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389120"/>
            <a:ext cx="182880" cy="137160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80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Seguridad, Criptografía y Tiempo Oficial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8006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Firma HMAC-SHA256 con salt dinámico para códigos QR de Escarapelas Digitales.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Sincronización con la Hora Legal de Colombia vía internet con respaldo en reloj local.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Algoritmo de Geofencing Haversine para auditorio de Facultad de Medicina (Cra 51D #62-29).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Verificación O(1) de listas de inscritos precargadas mediante estructuras Hash en memoria.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59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MODELO DE DATOS EN LA NUBE (FIRESTORE NoSQL)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eventos/{eventoId}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12801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eventos institucionales, fechas programadas, jornadas multidía, geocercas, lista de ponentes e inscritos.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 id, titulo, fecha, horaInicio, horaFin, lugar, esMultidia, diasConfig, ponentes[], inscritosData[]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asistencias/{asistenciaId}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22402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oficiales de asistencia firmados. Lectura restringida únicamente a coordinadores académicos.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 eventoId, documento, nombreCompleto, correo, telefono, vinculacion, placaVehiculo, geolocalizacion{}, fechaRegistro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verificaciones/{asistenciaId}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32004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Colección pública segura para validar autenticidad de la escarapela digital desde lectores externos y cámaras.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 id, eventoId, nombreCompleto, docMasked, tokenSeguridad, esPresencial, fechaVerificacion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preguntas/{preguntaId}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41605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preguntas en vivo al moderador y ponentes con control anti-spam y estado de respuesta.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 eventoId, ponenteId, autor, esAnonimo, pregunta, respondida, destacada, fechaEnvio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9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evaluaciones/{evalId} &amp; satisfaccion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5120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Retroalimentación académica de conferencistas (estrellas 1-5) y encuesta de calidad logística / NPS.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53212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 eventoId, ponenteId, dominio, claridad, aplicabilidad, cumplimiento, logistica, nps, sugerencias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59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SEGURIDAD, CRIPTOGRAFÍA Y HABEAS DATA (LEY 1581)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C59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Datos Personales (Habeas Data)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Cláusula explícita previa y obligatoria de autorización institucional según Ley 1581 de 2012.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Ningún asistente puede consultar la base de datos de otros participantes.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Enmascaramiento inteligente de correos y nombres en verificaciones públicas.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23444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C59B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Criptográfica Anti-Falsificación (HMAC-SHA256)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 código QR de la Escarapela Digital contiene un hash criptográfico sellado.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Imposibilidad de alterar comprobantes o generar credenciales fraudulentas.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escáner valida la firma matemática en milisegundos sin comprometer datos confidenciales.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C59B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86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de Identidad y Anti-Suplantación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343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Validación cruzada de identidad: el nombre debe coincidir estrictamente con el registro inicial.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Desafío de seguridad por correo registrado al acceder desde un nuevo dispositivo o navegador.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Sanitización profunda de cadenas mediante DOMPurify para prevenir inyecciones SQL/NoSQL/XSS.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70332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C59B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886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Acceso en la Nube (Security Rules)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343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 de autorización a nivel de base de datos directamente en Cloud Firestore.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Bloqueo de consultas globales no autenticadas sobre las listas de asistencia.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Validación de esquema y tipado estricto en cada escritura para prevenir anomalías de datos.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59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FLUJO SECUENCIAL INTERACTIVO (PORTAL DEL ASISTENTE)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57400" cy="4206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737360"/>
            <a:ext cx="868680" cy="868680"/>
          </a:xfrm>
          <a:prstGeom prst="ellipse">
            <a:avLst/>
          </a:prstGeom>
          <a:solidFill>
            <a:srgbClr val="0F5938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9202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Geolocalización GPS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satelital del sensor móvil contra las coordenadas del Auditorio de Medicina.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463040"/>
            <a:ext cx="2057400" cy="4206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737360"/>
            <a:ext cx="868680" cy="868680"/>
          </a:xfrm>
          <a:prstGeom prst="ellipse">
            <a:avLst/>
          </a:prstGeom>
          <a:solidFill>
            <a:srgbClr val="0F5938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9202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6324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Asistencia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35661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Cédula, correo, vinculación, placa vehicular opcional y verificación en lista oficial.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463040"/>
            <a:ext cx="2057400" cy="4206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1737360"/>
            <a:ext cx="868680" cy="868680"/>
          </a:xfrm>
          <a:prstGeom prst="ellipse">
            <a:avLst/>
          </a:prstGeom>
          <a:solidFill>
            <a:srgbClr val="0F5938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9202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5780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Escarapela &amp; Preguntas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35661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 QR instantánea con opción de realizar nuevo registro y preguntas en vivo al ponente.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463040"/>
            <a:ext cx="2057400" cy="4206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9560" y="1737360"/>
            <a:ext cx="868680" cy="868680"/>
          </a:xfrm>
          <a:prstGeom prst="ellipse">
            <a:avLst/>
          </a:prstGeom>
          <a:solidFill>
            <a:srgbClr val="0F5938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19202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Calificación Ponentes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35661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académica individual por expositor (dominio, claridad y aplicación práctica).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1463040"/>
            <a:ext cx="2057400" cy="4206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04120" y="1737360"/>
            <a:ext cx="868680" cy="868680"/>
          </a:xfrm>
          <a:prstGeom prst="ellipse">
            <a:avLst/>
          </a:prstGeom>
          <a:solidFill>
            <a:srgbClr val="0F5938"/>
          </a:solidFill>
          <a:ln/>
        </p:spPr>
      </p:sp>
      <p:sp>
        <p:nvSpPr>
          <p:cNvPr id="26" name="Text 24"/>
          <p:cNvSpPr/>
          <p:nvPr/>
        </p:nvSpPr>
        <p:spPr>
          <a:xfrm>
            <a:off x="10104120" y="19202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46920" y="28346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Satisfacción / Forms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46920" y="356616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calidad logística, recomendación institucional NPS o Microsoft Forms.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59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PANEL DE ADMINISTRACIÓN Y CONTROL OPERATIVO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137160" cy="86868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44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Inteligente de Inscritos (Excel / CSV)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0" y="13258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subir listados oficiales de inscritos con almacenamiento directo en la nube (Firestore). La whitelist queda activa inmediatamente en todos los dispositivos y celulares conectados.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94560"/>
            <a:ext cx="137160" cy="86868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042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Manual de Excepciones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22860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 exclusiva para el administrador que permite autorizar en tiempo real documentos no preinscritos sin necesidad de modificar el archivo base.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54680"/>
            <a:ext cx="137160" cy="86868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644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del Código QR en Pantalla Gigante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2461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a pantalla completa con QR dinámico optimizado para escaneo a distancia desde cualquier rincón del auditorio, facilitando el ingreso rápido masivo.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114800"/>
            <a:ext cx="137160" cy="86868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224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Escáner Óptico de Acreditación (Check-in)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42062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Lector de QR integrado mediante cámara web o teléfono de logística para verificar y sellar el ingreso físico de los asistentes en la puerta del evento.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074920"/>
            <a:ext cx="137160" cy="86868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184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Consolidada a Excel Oficial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51663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con 1 clic de hojas de cálculo .xlsx con datos de asistencia, geolocalización, vinculación, fechas y comprobantes listos para entrega académica.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59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RENDIMIENTO, CONCURRENCIA Y RESILIENCIA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0F59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9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650 ms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Compilación y Arranque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optimizado con chunks segregados (React, Firebase, DOMPurify, XLSX).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0F59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9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Algorítmica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34747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instantánea en sets indexados de hasta miles de inscritos sin congelar el hilo UI.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0F59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9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6364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Offline-First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4747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en caché local IndexedDB que protege la operación ante cortes de WiFi.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23960" y="13716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0F59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9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96112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9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 en Reactividad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6840" y="34747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Subscripción reactiva por WebSockets: sincronización multi-pantalla inmediata.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37160" cy="4572000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IMPACTO INSTITUCIONAL Y CONCLUSIONES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Eficiencia Operativa: Eliminación total de cuellos de botella en el acceso a eventos masivos.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Validez Académica: Certificación verídica de asistencia presencial con trazabilidad GPS y comprobantes únicos.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Seguridad Institucional: Cumplimiento riguroso de la Ley de Protección de Datos Personales (1581 de 2012).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Alta Disponibilidad: Plataforma en la nube multi-dispositivo con respaldo resiliente offline.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Escalabilidad: Modelo aplicable a cualquier facultad o evento institucional de la Universidad de Antioquia.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Universidad de Antioquia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Integral de Gestión de Asistencia y Escarapela Digital</dc:title>
  <dc:subject>PptxGenJS Presentation</dc:subject>
  <dc:creator>Facultad de Medicina - Universidad de Antioquia</dc:creator>
  <cp:lastModifiedBy>Facultad de Medicina - Universidad de Antioquia</cp:lastModifiedBy>
  <cp:revision>1</cp:revision>
  <dcterms:created xsi:type="dcterms:W3CDTF">2026-09-18T03:59:20Z</dcterms:created>
  <dcterms:modified xsi:type="dcterms:W3CDTF">2026-09-18T03:59:20Z</dcterms:modified>
</cp:coreProperties>
</file>